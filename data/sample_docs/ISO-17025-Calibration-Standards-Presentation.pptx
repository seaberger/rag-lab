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management requirements ensure that calibration laboratories maintain the highest standards of quality and traceability. Regular audits by accreditation bodies verify compliance with ISO 17025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ISO 17025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Laser Power and Energy Measurement</a:t>
            </a:r>
          </a:p>
          <a:p>
            <a:r>
              <a:t>Coherent Calibration Standards</a:t>
            </a:r>
          </a:p>
          <a:p>
            <a:r>
              <a:t>ISO/IEC 17025:2005 Accreditation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 17025 Accreditation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advantages of ISO/IEC 17025 compliance:</a:t>
            </a:r>
          </a:p>
          <a:p>
            <a:pPr lvl="1"/>
            <a:r>
              <a:t>Highest calibration standards in the industry</a:t>
            </a:r>
          </a:p>
          <a:p>
            <a:pPr lvl="1"/>
            <a:r>
              <a:t>Direct traceability to NIST standards</a:t>
            </a:r>
          </a:p>
          <a:p>
            <a:pPr lvl="1"/>
            <a:r>
              <a:t>Enhanced customer confidence and reliability</a:t>
            </a:r>
          </a:p>
          <a:p>
            <a:pPr lvl="1"/>
            <a:r>
              <a:t>Regulatory compliance support for critical industries</a:t>
            </a:r>
          </a:p>
          <a:p>
            <a:pPr lvl="1"/>
            <a:r>
              <a:t>Uncertainty specifications with k=2 coverage 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Traceability chain ensures measurement accuracy:</a:t>
            </a:r>
          </a:p>
          <a:p>
            <a:pPr lvl="1"/>
            <a:r>
              <a:t>Golden Standard Sensors calibrated by NIST</a:t>
            </a:r>
          </a:p>
          <a:p>
            <a:pPr lvl="1"/>
            <a:r>
              <a:t>Working Standards calibrated against Golden Standards</a:t>
            </a:r>
          </a:p>
          <a:p>
            <a:pPr lvl="1"/>
            <a:r>
              <a:t>Production units calibrated against Working Standards</a:t>
            </a:r>
          </a:p>
          <a:p>
            <a:pPr lvl="1"/>
            <a:r>
              <a:t>Calibration uncertainty: 1% to 5% with k=2 coverage factor</a:t>
            </a:r>
          </a:p>
          <a:p>
            <a:pPr lvl="1"/>
            <a:r>
              <a:t>95% confidence interval for all measurements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 17025 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competency requirements include:</a:t>
            </a:r>
          </a:p>
          <a:p>
            <a:pPr lvl="1"/>
            <a:r>
              <a:t>Technically competent calibration staff</a:t>
            </a:r>
          </a:p>
          <a:p>
            <a:pPr lvl="1"/>
            <a:r>
              <a:t>Validated measurement methods and procedures</a:t>
            </a:r>
          </a:p>
          <a:p>
            <a:pPr lvl="1"/>
            <a:r>
              <a:t>Appropriate mathematical uncertainty calculations</a:t>
            </a:r>
          </a:p>
          <a:p>
            <a:pPr lvl="1"/>
            <a:r>
              <a:t>Traceable calibration path to national standards</a:t>
            </a:r>
          </a:p>
          <a:p>
            <a:pPr lvl="1"/>
            <a:r>
              <a:t>Compliant calibration certificates and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Accredited Product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17025 accredited measurement systems:</a:t>
            </a:r>
          </a:p>
          <a:p>
            <a:pPr lvl="1"/>
            <a:r>
              <a:t>FieldMaxII-TOP Meter (Model: FM-TOP, Part: 1234567)</a:t>
            </a:r>
          </a:p>
          <a:p>
            <a:pPr lvl="1"/>
            <a:r>
              <a:t>PowerMax-USB Sensors (Model: PM-USB-VIS, Part: 7654321)</a:t>
            </a:r>
          </a:p>
          <a:p>
            <a:pPr lvl="1"/>
            <a:r>
              <a:t>LaserStar Power Meters (Model: LS-2000, Part: 9876543)</a:t>
            </a:r>
          </a:p>
          <a:p>
            <a:pPr lvl="1"/>
            <a:r>
              <a:t>EnergyMax-J Sensors (Model: EM-J10SI, Part: 5555555)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17025 management requirements:</a:t>
            </a:r>
          </a:p>
          <a:p>
            <a:pPr lvl="1"/>
            <a:r>
              <a:t>Management of testing facilities and equipment</a:t>
            </a:r>
          </a:p>
          <a:p>
            <a:pPr lvl="1"/>
            <a:r>
              <a:t>Record keeping, data storage, and data handling</a:t>
            </a:r>
          </a:p>
          <a:p>
            <a:pPr lvl="1"/>
            <a:r>
              <a:t>Customer complaint handling procedures</a:t>
            </a:r>
          </a:p>
          <a:p>
            <a:pPr lvl="1"/>
            <a:r>
              <a:t>Corrective action implementation processes</a:t>
            </a:r>
          </a:p>
          <a:p>
            <a:pPr lvl="1"/>
            <a:r>
              <a:t>Regular audits and management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